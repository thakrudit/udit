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66" r:id="rId14"/>
    <p:sldId id="276" r:id="rId15"/>
    <p:sldId id="267" r:id="rId16"/>
    <p:sldId id="268" r:id="rId17"/>
    <p:sldId id="269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8A0A82-9772-4536-9210-38AF01EEFC45}">
          <p14:sldIdLst>
            <p14:sldId id="274"/>
          </p14:sldIdLst>
        </p14:section>
        <p14:section name="Untitled Section" id="{6649EDE5-58A8-4DE5-9DDF-95F0E17165E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72"/>
            <p14:sldId id="266"/>
            <p14:sldId id="276"/>
            <p14:sldId id="267"/>
            <p14:sldId id="268"/>
            <p14:sldId id="269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9" d="100"/>
          <a:sy n="59" d="100"/>
        </p:scale>
        <p:origin x="82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CEC3-4369-260C-28BC-C0D2DBB36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A8942-3C6F-3D45-0789-F600EEBD4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6494D-C620-DEFC-E3F8-5396B8832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65E49-6787-ED1A-82F0-34708E30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389A-87E3-5628-83BA-318C434C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47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766E-773A-2D64-19AD-25276EF1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44834-FBBC-FEBB-3DA4-C8748AEC3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77289-4B4A-CDB8-CAF4-1D263E8D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7820B-58FF-EDF5-3F77-6CD9A5EF2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EC029-91FB-8626-D3A5-7ADA1970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5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7BD3-52FC-72F8-4F74-22DC10B7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FFCB8-9B62-711A-5BC4-9B9CFB294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D6D2-60DA-832F-A79C-B2B87391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A48EC-DFBF-D966-C52E-71604508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F3986-4E6F-6658-F3AC-3E4CC9F2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27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2A1E-6A4C-5C48-961D-279E4858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37B8A-5370-926F-05ED-BDE2154B7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08DB7-ECB7-689B-B6AA-EFE7F4DB3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DD6DF-DDAE-6C51-FEBA-AF655A23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EA9F9-A40C-9B80-5E9B-4F38C918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6BA31-7DD8-1A08-3287-BDE8402D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43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0750-837F-D009-71D2-C373B623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FFD69-E6C6-146A-732B-84D3E879E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6CCCB-91E6-D046-7B82-34197CD17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CAB1A-803E-4965-846E-E9E162571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B0ABD-2E56-1E5C-33A9-9654330C3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AF532-DF10-FCFB-7D23-A672A846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D8CF0-1678-E68D-C325-93191645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B17C2-B177-0874-E6EE-C2DA49A8B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446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BCAC-1719-7608-8166-B51F1EA8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29EBC-FAF6-E78D-0E15-37F6399D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04C26-068E-09D7-3460-B7C76FAD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88AE6-A3B1-D0C8-DEFF-4EAB1D47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12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C683C-0EE3-4B62-F757-B1AC7CB7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E26CA-B32A-0052-617D-E467D7A6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FC9EE-2047-BD75-4129-9143FA7C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55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B264-A612-9071-A6ED-BE440326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0813E-0AEC-81DC-9E30-3D66BA0E8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D54EF-978B-08F6-76F1-3EE167521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8472E-ADCA-51CF-F1B6-DA61F84B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358A0-4357-A767-3E51-CCD3AC1B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0EB9C-6324-221D-8599-42619B3F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7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14D7-3634-01D9-E9C9-942329B1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FD718-AB32-7FB1-6B7E-414A379F5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D7DA3-17F9-79CA-B7F4-3A35D7D58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12693-6289-F769-DA79-FDEA918B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18251-3043-AB34-67C1-4B2C58D1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74CC4-245C-E9EF-014A-06FD6BE4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63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87DA-3527-4407-1534-7F7DC84E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64005-9330-744B-D53A-233E232B5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73D4F-6B5E-CE26-1C70-8F1838FA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F1692-D12F-134E-C479-B194E60F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DF388-50F2-2FD0-76B1-A93D7864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47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3CAC1-AE4A-5498-D4D6-B8E90F7A7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C6CE5-1D30-C26D-97B3-85B848D8C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66BDE-835A-B34E-A797-5CA09BF9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01837-1AA2-039B-D9E1-2815B4E6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F5D46-AC5B-5E90-B29D-E18E4D79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43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4F4B0-9432-A2EE-A433-A2C4C96C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451A8-DEC7-8518-993A-90AE44E78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60449-7EDB-1ED3-6B8C-434E282C1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38F7E-13BF-4209-8682-49BECF26139B}" type="datetimeFigureOut">
              <a:rPr lang="en-IN" smtClean="0"/>
              <a:t>23-06-2023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9F64E-C224-22FC-8D6B-7AEB3BD21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2E41F-8742-D0A3-A240-5833B82E2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1927C-2600-4A4B-B543-36C4A144D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81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E3A2D-4436-38CF-A211-DB8E149A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076246"/>
          </a:xfrm>
        </p:spPr>
        <p:txBody>
          <a:bodyPr/>
          <a:lstStyle/>
          <a:p>
            <a:pPr algn="ctr"/>
            <a:r>
              <a:rPr lang="en-IN" b="1" dirty="0"/>
              <a:t>WELCOME</a:t>
            </a:r>
            <a:br>
              <a:rPr lang="en-IN" b="1" dirty="0"/>
            </a:br>
            <a:r>
              <a:rPr lang="en-IN" b="1" dirty="0"/>
              <a:t>TO</a:t>
            </a:r>
            <a:br>
              <a:rPr lang="en-IN" b="1" dirty="0"/>
            </a:br>
            <a:r>
              <a:rPr lang="en-IN" b="1" dirty="0"/>
              <a:t>MY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07B73-8110-3074-6456-6E155F401AEC}"/>
              </a:ext>
            </a:extLst>
          </p:cNvPr>
          <p:cNvSpPr txBox="1"/>
          <p:nvPr/>
        </p:nvSpPr>
        <p:spPr>
          <a:xfrm flipH="1">
            <a:off x="7315200" y="4441371"/>
            <a:ext cx="3775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SUBMITTED BY:</a:t>
            </a:r>
          </a:p>
          <a:p>
            <a:r>
              <a:rPr lang="en-US" sz="2400" b="1" dirty="0"/>
              <a:t>UDIT KUMAR</a:t>
            </a:r>
            <a:r>
              <a:rPr lang="en-IN" sz="2400" b="1" dirty="0"/>
              <a:t> (20010903005)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5535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3EB78DB-1A3E-7F31-FACA-68DC3F7E6C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5BB7D7B-2140-9F9C-7908-13873EF81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34EDF-32B6-57AE-8246-D6862185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3"/>
            <a:ext cx="12191999" cy="684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238B-8214-1C3E-147A-75645065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F98AA-E9C3-CC94-AEF4-4931FA323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DEFINITION</a:t>
            </a:r>
          </a:p>
          <a:p>
            <a:r>
              <a:rPr lang="en-IN" dirty="0"/>
              <a:t>HISTORY OF IOT</a:t>
            </a:r>
          </a:p>
          <a:p>
            <a:r>
              <a:rPr lang="en-IN" dirty="0"/>
              <a:t>HOW IOT WORK</a:t>
            </a:r>
          </a:p>
          <a:p>
            <a:r>
              <a:rPr lang="en-IN" dirty="0"/>
              <a:t>EXAMPLE OF AN IOT DEVICES</a:t>
            </a:r>
          </a:p>
          <a:p>
            <a:r>
              <a:rPr lang="en-IN" dirty="0"/>
              <a:t>IMPORTANCE OF IOT</a:t>
            </a:r>
          </a:p>
          <a:p>
            <a:r>
              <a:rPr lang="en-IN" dirty="0"/>
              <a:t>BENEFITS OF IOT</a:t>
            </a:r>
          </a:p>
          <a:p>
            <a:r>
              <a:rPr lang="en-IN" dirty="0"/>
              <a:t>IOT AS A NETWORK OF NETWORK</a:t>
            </a:r>
          </a:p>
          <a:p>
            <a:r>
              <a:rPr lang="en-IN" dirty="0"/>
              <a:t>APPLICATION OF IOT</a:t>
            </a:r>
          </a:p>
          <a:p>
            <a:r>
              <a:rPr lang="en-IN" dirty="0"/>
              <a:t>ADVANTAGES OF IOT</a:t>
            </a:r>
          </a:p>
          <a:p>
            <a:r>
              <a:rPr lang="en-IN" dirty="0"/>
              <a:t>DISADVANTAGES </a:t>
            </a:r>
            <a:r>
              <a:rPr lang="en-IN"/>
              <a:t>OF IOT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7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F5F9-8954-161E-DBA0-134BA5B2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933E-B312-7190-F870-D9B4B55E4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</a:t>
            </a:r>
            <a:r>
              <a:rPr lang="en-IN" b="1" dirty="0"/>
              <a:t>Internet of Things</a:t>
            </a:r>
            <a:r>
              <a:rPr lang="en-IN" dirty="0"/>
              <a:t> is a system of interrelated computing devices, mechanical and digital machines, objects, animals or people that are provided with unique identifiers and the ability to transfer data over a network without requiring human to human or human to computer interaction.</a:t>
            </a:r>
          </a:p>
          <a:p>
            <a:pPr algn="just"/>
            <a:r>
              <a:rPr lang="en-IN" dirty="0"/>
              <a:t>The Internet of things describes the network of the physical things-”things”-that are embedded with sensor, software and other technologies for the purpose of connecting and exchanging data with other devices and system over the internet.</a:t>
            </a:r>
          </a:p>
        </p:txBody>
      </p:sp>
    </p:spTree>
    <p:extLst>
      <p:ext uri="{BB962C8B-B14F-4D97-AF65-F5344CB8AC3E}">
        <p14:creationId xmlns:p14="http://schemas.microsoft.com/office/powerpoint/2010/main" val="1958522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3EF1-B1CD-D5C1-F690-305AFF63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HISTORYOF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CD2B-6351-80D6-9A31-3BFC0DC0C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1999- The team Internet of Things was used by Kevin Ashton during his work at P&amp;G which became widely accepted.</a:t>
            </a:r>
          </a:p>
          <a:p>
            <a:pPr algn="just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2004 - The term was mentioned in famous publications like the Guardian, Boston Globe, and Scientific American.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2005-UN's International Telecommunications Union published     its first report on this topic.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2008- The Internet of Things was born.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2011- Gartner, the market research company, include "The Internet of Things" technology in their research.</a:t>
            </a:r>
          </a:p>
        </p:txBody>
      </p:sp>
    </p:spTree>
    <p:extLst>
      <p:ext uri="{BB962C8B-B14F-4D97-AF65-F5344CB8AC3E}">
        <p14:creationId xmlns:p14="http://schemas.microsoft.com/office/powerpoint/2010/main" val="126606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AA85-6BE6-20B5-C998-703C0849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IOT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FCA7-E273-6819-6145-9E3BF0856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Sensors/ Devices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 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35866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391E-2265-F408-03A9-5D6A67EB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IN" b="1" dirty="0"/>
              <a:t>SENSORS/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D457-BA20-1883-1E01-43AA0A96C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Sensors or devices are a key component that helps you to collect live data from the surrounding environment.</a:t>
            </a:r>
          </a:p>
          <a:p>
            <a:pPr algn="just"/>
            <a:r>
              <a:rPr lang="en-US" dirty="0"/>
              <a:t> All this data may have various levels of complexities. </a:t>
            </a:r>
          </a:p>
          <a:p>
            <a:pPr algn="just"/>
            <a:r>
              <a:rPr lang="en-US" dirty="0"/>
              <a:t>It could be a simple temperature monitoring sensor, or it may be in the form of the video feed.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43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12D5-B153-9A99-BE42-2A604C81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2.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4D31C-AF83-2AE2-8782-8B750C7D5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collected data is sent to a cloud infrastructure. </a:t>
            </a:r>
          </a:p>
          <a:p>
            <a:r>
              <a:rPr lang="en-US" dirty="0"/>
              <a:t>The sensors should be connected to the cloud using various mediums of communications. </a:t>
            </a:r>
          </a:p>
          <a:p>
            <a:r>
              <a:rPr lang="en-US" dirty="0"/>
              <a:t>These communication mediums include mobile or satellite networks, Bluetooth, WI-FI, WAN, etc. 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BF5A-0A07-A9E8-60CA-6479DCC6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C361E-6D95-5B9A-E8A6-F440C0893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Once that data is collected, and it gets to the cloud, the software performs processing on the gathered data. </a:t>
            </a:r>
          </a:p>
          <a:p>
            <a:pPr algn="just"/>
            <a:r>
              <a:rPr lang="en-US" dirty="0"/>
              <a:t>This process can be just checking the temperature, reading on devices like AC or heaters. </a:t>
            </a:r>
          </a:p>
          <a:p>
            <a:pPr algn="just"/>
            <a:r>
              <a:rPr lang="en-US" dirty="0"/>
              <a:t>However, it can sometimes also be very complex like identifying objects, using computer vision on video.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82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AE55-F293-1CD7-6689-CCB2D00CD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DA540-254D-A784-EC13-DFC4A1D83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The information needs to be available to the end-user in some way which can be achieved by triggering alarms on their phones or sending them notification through email or text message. </a:t>
            </a:r>
          </a:p>
          <a:p>
            <a:pPr marL="342900" indent="-342900" algn="just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800" dirty="0"/>
              <a:t>The user sometimes might need an interface which actively checks their IoT system. </a:t>
            </a:r>
          </a:p>
          <a:p>
            <a:pPr marL="342900" indent="-34290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For example, the user has a camera installed in his home. He wants to access video recording and all the feeds with the help of a web server. </a:t>
            </a:r>
            <a:endParaRPr lang="en-IN" sz="2800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749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C007-0B5B-2FC2-E8FE-28F9401E1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OF AN IOT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E62D3-44FA-BBD1-90C1-5370A5169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lightbulb that can be switched on using a smartphone app is an IoT device, as is a motion sensor or a smart thermostat in your office or a connected streetlight. </a:t>
            </a:r>
          </a:p>
          <a:p>
            <a:pPr algn="just"/>
            <a:r>
              <a:rPr lang="en-US" dirty="0"/>
              <a:t>An IoT device could be as fluffy as a child's toy or as serious as a driverless truck. </a:t>
            </a:r>
          </a:p>
          <a:p>
            <a:pPr algn="just"/>
            <a:r>
              <a:rPr lang="en-US" dirty="0"/>
              <a:t>Some larger objects may themselves be filled with many smaller IoT components, such as a jet engine that's now filled with thousands of sensors collecting and transmitting data back to make sure it is operating efficiently.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21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D966-EF19-CED3-3974-26BBDB86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IMPORTANCE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31CE0-CF9B-7D00-4E47-1D8F8599A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Over the past few years, IoT has become one of the most important technologies of the 21</a:t>
            </a:r>
            <a:r>
              <a:rPr lang="en-IN" baseline="30000" dirty="0"/>
              <a:t>st</a:t>
            </a:r>
            <a:r>
              <a:rPr lang="en-IN" dirty="0"/>
              <a:t> century. Now that we can connect everyday objects- kitchen applications, cars, thermostats, baby monitors-to the internet vie embedded devices, seamless communication is possible between people, process and things.</a:t>
            </a:r>
          </a:p>
        </p:txBody>
      </p:sp>
    </p:spTree>
    <p:extLst>
      <p:ext uri="{BB962C8B-B14F-4D97-AF65-F5344CB8AC3E}">
        <p14:creationId xmlns:p14="http://schemas.microsoft.com/office/powerpoint/2010/main" val="3748430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9800-6BCC-C39D-5F5C-56F1950D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F149-43D7-2EAC-E1BA-BC8F14C40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dirty="0"/>
              <a:t>Reduce cost.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Improved operational efficiency.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Data driven insights for quick decision making.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End to end remote monitoring and management of resources.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Improve end  customer experience.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Save time and money.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Generate more revenue.</a:t>
            </a:r>
          </a:p>
        </p:txBody>
      </p:sp>
    </p:spTree>
    <p:extLst>
      <p:ext uri="{BB962C8B-B14F-4D97-AF65-F5344CB8AC3E}">
        <p14:creationId xmlns:p14="http://schemas.microsoft.com/office/powerpoint/2010/main" val="1819471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7735B-23F5-DD65-EF46-491EBBB4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IOT AS A NETWORK OF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4DDD9-9FD5-997D-DAB0-BA08056C4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These network connected with added security, analytics and management capabilities. This will allow IoT to become even more powerful in what it can help people achieve.</a:t>
            </a:r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65BE6-DF1A-4B1B-E0E6-1436C19E3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66" y="3236982"/>
            <a:ext cx="4769977" cy="353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6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229A-AFA9-09BC-48A5-36E0D074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691B8-3CF6-FAA6-7801-50C09097D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Parking sensors</a:t>
            </a:r>
          </a:p>
          <a:p>
            <a:r>
              <a:rPr lang="en-IN" dirty="0"/>
              <a:t>Healthcare</a:t>
            </a:r>
          </a:p>
          <a:p>
            <a:r>
              <a:rPr lang="en-IN" dirty="0"/>
              <a:t>Management</a:t>
            </a:r>
          </a:p>
          <a:p>
            <a:r>
              <a:rPr lang="en-IN" dirty="0"/>
              <a:t>Smart city</a:t>
            </a:r>
          </a:p>
          <a:p>
            <a:r>
              <a:rPr lang="en-IN" dirty="0"/>
              <a:t>Home automation</a:t>
            </a:r>
          </a:p>
          <a:p>
            <a:r>
              <a:rPr lang="en-IN" dirty="0"/>
              <a:t>Automation</a:t>
            </a:r>
          </a:p>
          <a:p>
            <a:r>
              <a:rPr lang="en-IN" dirty="0"/>
              <a:t>Supply chain management</a:t>
            </a:r>
          </a:p>
          <a:p>
            <a:r>
              <a:rPr lang="en-IN" dirty="0"/>
              <a:t>Lighting</a:t>
            </a:r>
          </a:p>
        </p:txBody>
      </p:sp>
    </p:spTree>
    <p:extLst>
      <p:ext uri="{BB962C8B-B14F-4D97-AF65-F5344CB8AC3E}">
        <p14:creationId xmlns:p14="http://schemas.microsoft.com/office/powerpoint/2010/main" val="481366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9FE7-4463-CA7F-5569-BAEEC320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9E4E0-7D77-1641-12B2-2E394F06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It can assist in the smarter control of homes and cities vie mobile phones.</a:t>
            </a:r>
          </a:p>
          <a:p>
            <a:pPr algn="just"/>
            <a:r>
              <a:rPr lang="en-IN" dirty="0"/>
              <a:t>It enhances the security and offers personal  protection.</a:t>
            </a:r>
          </a:p>
          <a:p>
            <a:pPr algn="just"/>
            <a:r>
              <a:rPr lang="en-IN" dirty="0"/>
              <a:t>By automating activities, it saves us a lot of time.</a:t>
            </a:r>
          </a:p>
          <a:p>
            <a:pPr algn="just"/>
            <a:r>
              <a:rPr lang="en-IN" dirty="0"/>
              <a:t>Improve communication between connected electronic devices.</a:t>
            </a:r>
          </a:p>
          <a:p>
            <a:pPr algn="just"/>
            <a:r>
              <a:rPr lang="en-IN" dirty="0"/>
              <a:t>It minimizes human effort because IoT devices connected and communication with one another.</a:t>
            </a:r>
          </a:p>
          <a:p>
            <a:pPr algn="just"/>
            <a:r>
              <a:rPr lang="en-IN" dirty="0"/>
              <a:t>Personal assistance can be provided by IoT apps, which can alert you to your regular plans.</a:t>
            </a:r>
          </a:p>
        </p:txBody>
      </p:sp>
    </p:spTree>
    <p:extLst>
      <p:ext uri="{BB962C8B-B14F-4D97-AF65-F5344CB8AC3E}">
        <p14:creationId xmlns:p14="http://schemas.microsoft.com/office/powerpoint/2010/main" val="74659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D2F3-9C97-B12A-4C1F-9CCA9F99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DISADVANTAGES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2038-EF7D-5A95-35D4-51A204984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Hackers may gain access to the system and steal personal information. Since we add so many devices to the internet, there is a risk that our information as it can be misused.</a:t>
            </a:r>
          </a:p>
          <a:p>
            <a:pPr algn="just"/>
            <a:r>
              <a:rPr lang="en-IN" dirty="0"/>
              <a:t>They rely heavily on the internet and are unable to function effectively without it.</a:t>
            </a:r>
          </a:p>
          <a:p>
            <a:pPr algn="just"/>
            <a:r>
              <a:rPr lang="en-IN" dirty="0"/>
              <a:t>We lose control of our lives our lives will be fully controlled and reliant on technology.</a:t>
            </a:r>
          </a:p>
          <a:p>
            <a:pPr algn="just"/>
            <a:r>
              <a:rPr lang="en-IN" dirty="0"/>
              <a:t>It is very difficult to plan, build, manage and enable a broad technology to IoT framework.</a:t>
            </a:r>
          </a:p>
          <a:p>
            <a:pPr algn="just"/>
            <a:r>
              <a:rPr lang="en-IN" dirty="0"/>
              <a:t>Deploying IoT devices is very costly and time consuming.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144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BABE-253F-F1A3-00B7-805A3F107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4310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2492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899</Words>
  <Application>Microsoft Office PowerPoint</Application>
  <PresentationFormat>Widescreen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WELCOME TO MY PRESENTATION</vt:lpstr>
      <vt:lpstr>PowerPoint Presentation</vt:lpstr>
      <vt:lpstr>CONTENTS</vt:lpstr>
      <vt:lpstr>DEFINITION</vt:lpstr>
      <vt:lpstr>HISTORYOF IOT</vt:lpstr>
      <vt:lpstr>HOW IOT WORK</vt:lpstr>
      <vt:lpstr>SENSORS/ DEVICES</vt:lpstr>
      <vt:lpstr>2. CONNECTIVITY</vt:lpstr>
      <vt:lpstr>3. DATA PROCESSING</vt:lpstr>
      <vt:lpstr>4. USER INTERFACE</vt:lpstr>
      <vt:lpstr>EXAMPLE OF AN IOT DEVICES</vt:lpstr>
      <vt:lpstr>IMPORTANCE OF IOT</vt:lpstr>
      <vt:lpstr>BENEFITS OF IOT</vt:lpstr>
      <vt:lpstr>IOT AS A NETWORK OF NETWORK</vt:lpstr>
      <vt:lpstr>APPLICATIONS OF IOT</vt:lpstr>
      <vt:lpstr>ADVANTAGES OF IOT</vt:lpstr>
      <vt:lpstr>DISADVANTAGES OF IOT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created xsi:type="dcterms:W3CDTF">2023-06-23T01:15:29Z</dcterms:created>
  <dcterms:modified xsi:type="dcterms:W3CDTF">2023-06-23T09:25:37Z</dcterms:modified>
</cp:coreProperties>
</file>